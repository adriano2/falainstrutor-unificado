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em blocos. Troque o título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Blocos do treinamento, estilo sinalização.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entre blocos.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lateral com número, marcadores triangulares.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Imagem à esquerda, texto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 de impacto sobre fundo navy.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4927" y="2838450"/>
            <a:ext cx="4191000" cy="46101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854" y="2000250"/>
            <a:ext cx="10607146" cy="247650"/>
          </a:xfrm>
          <a:prstGeom prst="rect">
            <a:avLst/>
          </a:prstGeom>
          <a:solidFill>
            <a:srgbClr val="F5B21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254" y="838200"/>
            <a:ext cx="4381500" cy="12370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95254" y="3143250"/>
            <a:ext cx="8829675" cy="2247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0" b="1" spc="-17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</a:t>
            </a:r>
            <a:endParaRPr lang="en-US" sz="8700" dirty="0"/>
          </a:p>
        </p:txBody>
      </p:sp>
      <p:sp>
        <p:nvSpPr>
          <p:cNvPr id="9" name="Text 5"/>
          <p:cNvSpPr/>
          <p:nvPr/>
        </p:nvSpPr>
        <p:spPr>
          <a:xfrm>
            <a:off x="8633354" y="6286500"/>
            <a:ext cx="595514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spc="19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TREINAMENTO SST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595254" y="8858250"/>
            <a:ext cx="1721511" cy="514350"/>
          </a:xfrm>
          <a:prstGeom prst="roundRect">
            <a:avLst>
              <a:gd name="adj" fmla="val 14815"/>
            </a:avLst>
          </a:prstGeom>
          <a:solidFill>
            <a:srgbClr val="1F2A3A"/>
          </a:solidFill>
          <a:ln/>
        </p:spPr>
      </p:sp>
      <p:sp>
        <p:nvSpPr>
          <p:cNvPr id="11" name="Text 7"/>
          <p:cNvSpPr/>
          <p:nvPr/>
        </p:nvSpPr>
        <p:spPr>
          <a:xfrm>
            <a:off x="8804804" y="8972550"/>
            <a:ext cx="137861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NRs · 2026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0507266" y="8972550"/>
            <a:ext cx="290066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dirty="0">
                <a:solidFill>
                  <a:srgbClr val="5B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em SST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2667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2955237" cy="878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300" b="1" spc="-9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1428750" y="32766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6" name="Shape 4"/>
          <p:cNvSpPr/>
          <p:nvPr/>
        </p:nvSpPr>
        <p:spPr>
          <a:xfrm>
            <a:off x="1428750" y="327660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7" name="Text 5"/>
          <p:cNvSpPr/>
          <p:nvPr/>
        </p:nvSpPr>
        <p:spPr>
          <a:xfrm>
            <a:off x="1936750" y="35623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136900" y="3611827"/>
            <a:ext cx="6618433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28750" y="45910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0" name="Shape 8"/>
          <p:cNvSpPr/>
          <p:nvPr/>
        </p:nvSpPr>
        <p:spPr>
          <a:xfrm>
            <a:off x="1428750" y="45910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1" name="Text 9"/>
          <p:cNvSpPr/>
          <p:nvPr/>
        </p:nvSpPr>
        <p:spPr>
          <a:xfrm>
            <a:off x="1936750" y="48768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136900" y="4926277"/>
            <a:ext cx="5267709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428750" y="590550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50" y="5905500"/>
            <a:ext cx="127000" cy="11049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5" name="Text 13"/>
          <p:cNvSpPr/>
          <p:nvPr/>
        </p:nvSpPr>
        <p:spPr>
          <a:xfrm>
            <a:off x="1936750" y="619125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C98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136900" y="6240727"/>
            <a:ext cx="4868982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2850" dirty="0"/>
          </a:p>
        </p:txBody>
      </p:sp>
      <p:sp>
        <p:nvSpPr>
          <p:cNvPr id="17" name="Shape 15"/>
          <p:cNvSpPr/>
          <p:nvPr/>
        </p:nvSpPr>
        <p:spPr>
          <a:xfrm>
            <a:off x="1428750" y="7219950"/>
            <a:ext cx="15430500" cy="1104900"/>
          </a:xfrm>
          <a:prstGeom prst="rect">
            <a:avLst/>
          </a:prstGeom>
          <a:solidFill>
            <a:srgbClr val="F4F7F5"/>
          </a:solidFill>
          <a:ln/>
        </p:spPr>
      </p:sp>
      <p:sp>
        <p:nvSpPr>
          <p:cNvPr id="18" name="Shape 16"/>
          <p:cNvSpPr/>
          <p:nvPr/>
        </p:nvSpPr>
        <p:spPr>
          <a:xfrm>
            <a:off x="1428750" y="7219950"/>
            <a:ext cx="127000" cy="11049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19" name="Text 17"/>
          <p:cNvSpPr/>
          <p:nvPr/>
        </p:nvSpPr>
        <p:spPr>
          <a:xfrm>
            <a:off x="1936750" y="7505700"/>
            <a:ext cx="93345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3136900" y="7555177"/>
            <a:ext cx="7435678" cy="4724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50" b="1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412427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5" name="Text 3"/>
          <p:cNvSpPr/>
          <p:nvPr/>
        </p:nvSpPr>
        <p:spPr>
          <a:xfrm>
            <a:off x="857250" y="3914775"/>
            <a:ext cx="3496284" cy="2495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500" dirty="0"/>
          </a:p>
        </p:txBody>
      </p:sp>
      <p:sp>
        <p:nvSpPr>
          <p:cNvPr id="6" name="Shape 4"/>
          <p:cNvSpPr/>
          <p:nvPr/>
        </p:nvSpPr>
        <p:spPr>
          <a:xfrm>
            <a:off x="9269677" y="3831034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5"/>
          <p:cNvSpPr/>
          <p:nvPr/>
        </p:nvSpPr>
        <p:spPr>
          <a:xfrm>
            <a:off x="9269677" y="4326334"/>
            <a:ext cx="89771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50" b="1" spc="540" kern="0" dirty="0">
                <a:solidFill>
                  <a:srgbClr val="7F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01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269677" y="4840684"/>
            <a:ext cx="8405905" cy="165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0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 nas NRs: caro e burocrático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 a equipe nas NRs é exigência legal.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presencial é caro, lento e difícil de gerir.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conformidade: multas, embargos e acidentes.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934450"/>
            <a:ext cx="228600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8667750" y="3304117"/>
            <a:ext cx="94297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360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 SOLUÇÃO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67750" y="3780367"/>
            <a:ext cx="8829675" cy="1354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b="1" spc="-72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Treinar, homologar e certificar — online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667750" y="5439834"/>
            <a:ext cx="882967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FalaInstrutor reúne cursos nas NRs, prova corrigida no servidor, certificado válido com assinatura digital e painel de conformidade para a empresa.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3" name="Shape 1"/>
          <p:cNvSpPr/>
          <p:nvPr/>
        </p:nvSpPr>
        <p:spPr>
          <a:xfrm>
            <a:off x="1428750" y="2433770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986220"/>
            <a:ext cx="16973550" cy="2741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24750" b="1" spc="-743" kern="0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1428750" y="6070335"/>
            <a:ext cx="11772900" cy="1820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acidentes de trabalho são evitáveis com treinamento e medidas de controle adequadas.</a:t>
            </a:r>
            <a:pPr algn="l" indent="0" marL="0">
              <a:lnSpc>
                <a:spcPct val="130000"/>
              </a:lnSpc>
              <a:buNone/>
            </a:pPr>
            <a:pPr algn="l" indent="0" marL="0">
              <a:lnSpc>
                <a:spcPct val="130000"/>
              </a:lnSpc>
              <a:buNone/>
            </a:pP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287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65836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7680854" cy="10287000"/>
          </a:xfrm>
          <a:prstGeom prst="rect">
            <a:avLst/>
          </a:prstGeom>
          <a:solidFill>
            <a:srgbClr val="1F9D6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677" y="3152775"/>
            <a:ext cx="3619500" cy="3981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38104" y="2788973"/>
            <a:ext cx="1524000" cy="1714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7" name="Text 4"/>
          <p:cNvSpPr/>
          <p:nvPr/>
        </p:nvSpPr>
        <p:spPr>
          <a:xfrm>
            <a:off x="8538104" y="3284273"/>
            <a:ext cx="978191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62" kern="0" dirty="0">
                <a:solidFill>
                  <a:srgbClr val="1F9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538104" y="3779573"/>
            <a:ext cx="9159426" cy="155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700" b="1" spc="-114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levar SST a mais empresas</a:t>
            </a:r>
            <a:endParaRPr lang="en-US" sz="5700" dirty="0"/>
          </a:p>
        </p:txBody>
      </p:sp>
      <p:sp>
        <p:nvSpPr>
          <p:cNvPr id="9" name="Shape 6"/>
          <p:cNvSpPr/>
          <p:nvPr/>
        </p:nvSpPr>
        <p:spPr>
          <a:xfrm>
            <a:off x="8538104" y="5869120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0" name="Text 7"/>
          <p:cNvSpPr/>
          <p:nvPr/>
        </p:nvSpPr>
        <p:spPr>
          <a:xfrm>
            <a:off x="8881004" y="5752571"/>
            <a:ext cx="529657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Acesse: falainstrutor.onrender.com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8538104" y="6532033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2" name="Text 9"/>
          <p:cNvSpPr/>
          <p:nvPr/>
        </p:nvSpPr>
        <p:spPr>
          <a:xfrm>
            <a:off x="8881004" y="6415485"/>
            <a:ext cx="55592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profissionais e empresas (PF e PJ)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538104" y="7194947"/>
            <a:ext cx="152400" cy="15240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4" name="Text 11"/>
          <p:cNvSpPr/>
          <p:nvPr/>
        </p:nvSpPr>
        <p:spPr>
          <a:xfrm>
            <a:off x="8881004" y="7078398"/>
            <a:ext cx="449741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contato@falainstrutor.com.br</a:t>
            </a:r>
            <a:endParaRPr lang="en-US" sz="2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00500" cy="10287000"/>
          </a:xfrm>
          <a:prstGeom prst="rect">
            <a:avLst/>
          </a:prstGeom>
          <a:solidFill>
            <a:srgbClr val="1F2A3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238250"/>
            <a:ext cx="322707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0" b="1" dirty="0">
                <a:solidFill>
                  <a:srgbClr val="F5B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533400" y="3181350"/>
            <a:ext cx="3021711" cy="9675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267700"/>
            <a:ext cx="1143000" cy="12573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48250" y="1238250"/>
            <a:ext cx="12557760" cy="1436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100" b="1" spc="-76" kern="0" dirty="0">
                <a:solidFill>
                  <a:srgbClr val="1F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plataforma, quatro painéis</a:t>
            </a:r>
            <a:endParaRPr lang="en-US" sz="5100" dirty="0"/>
          </a:p>
        </p:txBody>
      </p:sp>
      <p:sp>
        <p:nvSpPr>
          <p:cNvPr id="8" name="Shape 5"/>
          <p:cNvSpPr/>
          <p:nvPr/>
        </p:nvSpPr>
        <p:spPr>
          <a:xfrm>
            <a:off x="5048250" y="3303852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9" name="Text 6"/>
          <p:cNvSpPr/>
          <p:nvPr/>
        </p:nvSpPr>
        <p:spPr>
          <a:xfrm>
            <a:off x="5505450" y="3170502"/>
            <a:ext cx="10366031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Aluno: cursos, provas e certificado no celular.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048250" y="4141655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1" name="Text 8"/>
          <p:cNvSpPr/>
          <p:nvPr/>
        </p:nvSpPr>
        <p:spPr>
          <a:xfrm>
            <a:off x="5505450" y="4008305"/>
            <a:ext cx="8202282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Empresa: treinamentos por grau de risco.</a:t>
            </a:r>
            <a:endParaRPr lang="en-US" sz="2850" dirty="0"/>
          </a:p>
        </p:txBody>
      </p:sp>
      <p:sp>
        <p:nvSpPr>
          <p:cNvPr id="12" name="Shape 9"/>
          <p:cNvSpPr/>
          <p:nvPr/>
        </p:nvSpPr>
        <p:spPr>
          <a:xfrm>
            <a:off x="5048250" y="4979458"/>
            <a:ext cx="209550" cy="209550"/>
          </a:xfrm>
          <a:prstGeom prst="rect">
            <a:avLst/>
          </a:prstGeom>
          <a:solidFill>
            <a:srgbClr val="F5B21A"/>
          </a:solidFill>
          <a:ln/>
        </p:spPr>
      </p:sp>
      <p:sp>
        <p:nvSpPr>
          <p:cNvPr id="13" name="Text 10"/>
          <p:cNvSpPr/>
          <p:nvPr/>
        </p:nvSpPr>
        <p:spPr>
          <a:xfrm>
            <a:off x="5505450" y="4846108"/>
            <a:ext cx="10095217" cy="552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850" dirty="0">
                <a:solidFill>
                  <a:srgbClr val="384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Instrutor e Admin: provas, vendas e gestão.</a:t>
            </a:r>
            <a:endParaRPr lang="en-US" sz="2850" dirty="0"/>
          </a:p>
        </p:txBody>
      </p:sp>
      <p:sp>
        <p:nvSpPr>
          <p:cNvPr id="14" name="Text 11"/>
          <p:cNvSpPr/>
          <p:nvPr/>
        </p:nvSpPr>
        <p:spPr>
          <a:xfrm>
            <a:off x="5048250" y="9505950"/>
            <a:ext cx="460340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FalaInstrutor · Segurança do Trabalho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7155187" y="9505950"/>
            <a:ext cx="35176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8A94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2026-06-23T12:52:23Z</dcterms:created>
  <dcterms:modified xsi:type="dcterms:W3CDTF">2026-06-23T12:52:23Z</dcterms:modified>
</cp:coreProperties>
</file>